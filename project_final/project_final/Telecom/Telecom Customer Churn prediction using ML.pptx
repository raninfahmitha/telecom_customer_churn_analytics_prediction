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9092D-57B8-20ED-3A3B-EF9234B50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EA8B9E-2F3C-D3ED-642B-27B8AEE04D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8C324-8478-4096-4499-7EBD795A3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0BCE-7C94-41D9-A22D-BD806BD130A7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382D6-716B-7297-2960-FBAC7027F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A5AE8-0E50-237F-8590-4AFA70A9F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86617-6681-4996-AA0A-8594E078A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802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A3433-F811-D703-60D5-78AEF5E47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388D5-B5C0-BC24-0892-D3E7252C4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CB6DA-2623-440A-1DAB-8BEBA9921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0BCE-7C94-41D9-A22D-BD806BD130A7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A7712-28EC-37A0-AEDE-F751CC141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CF2B8-A2D1-0B51-602E-A9D0FF9CE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86617-6681-4996-AA0A-8594E078A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037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91829-0D35-44CC-F138-2EBDAA9E0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AD41D-C433-092D-401F-72BBF8D16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CCC5B-378C-D437-62F3-605E77D35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0BCE-7C94-41D9-A22D-BD806BD130A7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027D5-4F2F-C78A-370E-BCC87DBD1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88AEF-1961-157A-FE34-769CA31A5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86617-6681-4996-AA0A-8594E078A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689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63B01-9173-8E0D-FA83-E63D15A74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61EAF-7EAC-2A6B-E888-042FF245A5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C651E-C0F3-D61E-F9E2-648E758D1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7476F3-F970-3C18-8CCA-146A66765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0BCE-7C94-41D9-A22D-BD806BD130A7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658270-4769-F466-BBA6-B5B1B3730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91422-CD96-8A7B-795D-DB53541F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86617-6681-4996-AA0A-8594E078A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966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B2FC2-420F-C48F-B6F9-66880B6A6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7E1D8-45DB-C707-E0F4-5732A17AA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B114D5-01A6-13A0-1D28-37C74AB2E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ADD263-C530-BCAE-9719-4E2B9E740A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8372D6-E512-48D4-476E-886A6FBD83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63C4C0-0B2C-4024-431E-1702E9676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0BCE-7C94-41D9-A22D-BD806BD130A7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7ACDA5-458A-8619-D1DE-22338D26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0470C2-6995-7B35-D847-463755F6F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86617-6681-4996-AA0A-8594E078A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130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6A7EF-F2A0-F082-A316-C34D56136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53F983-6898-875A-C8C8-964839404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0BCE-7C94-41D9-A22D-BD806BD130A7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F91BBC-2128-B285-30E8-F966E63B2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4A144D-0659-FF19-E4DA-EFFB5009F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86617-6681-4996-AA0A-8594E078A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089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8E60DB-3153-80BC-C78E-4BDCB7405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0BCE-7C94-41D9-A22D-BD806BD130A7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E344A2-E6E1-5DB2-C54B-B46C5A9FB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FB368-3926-8D13-1663-895F5B647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86617-6681-4996-AA0A-8594E078A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43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475BB-B82E-9F05-78D3-BE6006AA5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341DE-E8FC-9AA2-20DA-000939A72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632474-3BDE-F2CF-C59D-5F01302C0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6CD789-51B7-DCF9-F1DF-BA328A1A0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0BCE-7C94-41D9-A22D-BD806BD130A7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82B98-6A4F-48E2-3730-DCFC37FF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2C3627-178F-4D96-0974-06DD354EB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86617-6681-4996-AA0A-8594E078A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857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FF2D6-C721-CFC5-66F3-538BD1897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38BCF6-58E2-F856-F7C3-108E879F5A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893895-1A0D-2050-4764-7FC703AB3B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57D2A-54FC-7388-3C54-E08472C69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0BCE-7C94-41D9-A22D-BD806BD130A7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6B315-8AF6-4E31-B27D-B35A6AE85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ED6CA-07FC-5FC8-20E4-52DD3C797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86617-6681-4996-AA0A-8594E078A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294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C142A-45FE-6640-E211-59C095135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E2BC0-B3CA-AB66-995A-270211B634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4C219-6D67-4B77-9AF0-3B1F7F949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0BCE-7C94-41D9-A22D-BD806BD130A7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DF2A0-B77B-3550-37DE-23DA122C2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D298E-F522-BFF0-6097-6666E5EAA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86617-6681-4996-AA0A-8594E078A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234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1DD034-0425-A080-4E73-0C5DEC8E77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4D541-23B4-B10E-A5F5-93C0D6E50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506E4-2B4E-7DC3-7F2A-30F9E2255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0BCE-7C94-41D9-A22D-BD806BD130A7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EB1A7-3222-DA36-9BB3-BAC45EE40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E871C-B7E4-2F0C-E309-B2452C2C4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86617-6681-4996-AA0A-8594E078A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329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9E4641-3073-4166-AAA6-B3C4D7D2D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D0B68F-0356-8FA1-6EB8-12A6BF146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0A01E-CF31-DE5C-A733-AD2A66CC77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C10BCE-7C94-41D9-A22D-BD806BD130A7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A87CB-BC66-FF1E-56FE-087839DFDB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E3118-6279-36AE-1253-4501F691F3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F86617-6681-4996-AA0A-8594E078A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987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D09E1-C916-CD6F-FCA0-5982D0D474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Telecom Customer Churn prediction using ML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EF8D0A-0004-74A4-2D29-C705377BB2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044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BD4E6-DF5B-1CAA-743F-F47022CE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F66C3-8B83-0575-2B0C-9BBB7E6E2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telecom companies lose customers due to high competition.</a:t>
            </a:r>
          </a:p>
          <a:p>
            <a:r>
              <a:rPr lang="en-US" dirty="0"/>
              <a:t>Previous studies show that machine learning models can predict customer churn effectively.</a:t>
            </a:r>
          </a:p>
          <a:p>
            <a:r>
              <a:rPr lang="en-US" dirty="0"/>
              <a:t>Algorithms like Logistic Regression, Decision Tree, Random Forest are widely used.</a:t>
            </a:r>
          </a:p>
          <a:p>
            <a:r>
              <a:rPr lang="en-US" dirty="0"/>
              <a:t>Customer features such as tenure, monthly charges, contract type play a major role.</a:t>
            </a:r>
          </a:p>
          <a:p>
            <a:r>
              <a:rPr lang="en-US" dirty="0"/>
              <a:t>Early churn prediction helps companies reduce revenue loss.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3529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1901A-7B12-3D8B-5F4B-6723F47FB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924DA-98A0-33D1-BC5F-A31B94774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Telecom companies use manual analysis and basic rules.</a:t>
            </a:r>
          </a:p>
          <a:p>
            <a:r>
              <a:rPr lang="en-US" dirty="0"/>
              <a:t>No automated churn prediction system.</a:t>
            </a:r>
          </a:p>
          <a:p>
            <a:r>
              <a:rPr lang="en-US" dirty="0"/>
              <a:t>Difficult to analyze large customer data.</a:t>
            </a:r>
          </a:p>
          <a:p>
            <a:r>
              <a:rPr lang="en-US" dirty="0"/>
              <a:t>High customer loss due to late identification.</a:t>
            </a:r>
          </a:p>
          <a:p>
            <a:r>
              <a:rPr lang="en-US" dirty="0"/>
              <a:t>Less accuracy and more time consuming.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8723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99C27-833E-918F-FD67-4E9626978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EDFE9-2FBE-1BCD-74F0-FC12D7E9D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automated churn prediction system using Machine Learning.</a:t>
            </a:r>
          </a:p>
          <a:p>
            <a:r>
              <a:rPr lang="en-US" dirty="0"/>
              <a:t>Uses historical customer data to predict churn.</a:t>
            </a:r>
          </a:p>
          <a:p>
            <a:r>
              <a:rPr lang="en-US" dirty="0"/>
              <a:t>Models like Logistic Regression and Random Forest are used.</a:t>
            </a:r>
          </a:p>
          <a:p>
            <a:r>
              <a:rPr lang="en-US" dirty="0"/>
              <a:t>Faster prediction with better accuracy.</a:t>
            </a:r>
          </a:p>
          <a:p>
            <a:r>
              <a:rPr lang="en-US" dirty="0"/>
              <a:t>Helps companies take preventive actions.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8941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9FC31-F1D7-3912-FB0F-33148E8D6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Requirement Specification (Frontend &amp; Backend)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8B380-3BC8-5C5D-7A9C-A02A832DD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Frontend</a:t>
            </a:r>
          </a:p>
          <a:p>
            <a:r>
              <a:rPr lang="en-IN" dirty="0"/>
              <a:t>Python Idle </a:t>
            </a:r>
          </a:p>
          <a:p>
            <a:r>
              <a:rPr lang="en-IN" dirty="0"/>
              <a:t>Visualization using Matplotlib &amp; Seaborn</a:t>
            </a:r>
          </a:p>
          <a:p>
            <a:r>
              <a:rPr lang="en-IN" dirty="0"/>
              <a:t>Flask Framework</a:t>
            </a:r>
          </a:p>
          <a:p>
            <a:pPr marL="0" indent="0">
              <a:buNone/>
            </a:pPr>
            <a:r>
              <a:rPr lang="en-IN" dirty="0"/>
              <a:t>Backend</a:t>
            </a:r>
          </a:p>
          <a:p>
            <a:r>
              <a:rPr lang="en-IN" dirty="0"/>
              <a:t>Python</a:t>
            </a:r>
          </a:p>
          <a:p>
            <a:r>
              <a:rPr lang="en-IN" dirty="0"/>
              <a:t>Pandas, NumPy</a:t>
            </a:r>
          </a:p>
          <a:p>
            <a:r>
              <a:rPr lang="en-IN" dirty="0"/>
              <a:t>Scikit-learn (ML models)</a:t>
            </a:r>
          </a:p>
          <a:p>
            <a:r>
              <a:rPr lang="en-IN" dirty="0"/>
              <a:t>CSV Dataset</a:t>
            </a:r>
          </a:p>
        </p:txBody>
      </p:sp>
    </p:spTree>
    <p:extLst>
      <p:ext uri="{BB962C8B-B14F-4D97-AF65-F5344CB8AC3E}">
        <p14:creationId xmlns:p14="http://schemas.microsoft.com/office/powerpoint/2010/main" val="4140079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39224-2854-7934-9864-98133864D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6CB48-B0A6-E8A9-50EA-2CCFC6FAB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Customer churn causes revenue </a:t>
            </a:r>
            <a:r>
              <a:rPr lang="en-US" dirty="0" err="1"/>
              <a:t>loss.Difficult</a:t>
            </a:r>
            <a:r>
              <a:rPr lang="en-US" dirty="0"/>
              <a:t> to identify churn customers </a:t>
            </a:r>
            <a:r>
              <a:rPr lang="en-US" dirty="0" err="1"/>
              <a:t>manually.Need</a:t>
            </a:r>
            <a:r>
              <a:rPr lang="en-US" dirty="0"/>
              <a:t> a system to predict churn before customer </a:t>
            </a:r>
            <a:r>
              <a:rPr lang="en-US" dirty="0" err="1"/>
              <a:t>leaves.Goal</a:t>
            </a:r>
            <a:r>
              <a:rPr lang="en-US" dirty="0"/>
              <a:t>: Improve customer retention using data-driven decisions.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9107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EA213-1ED5-75E4-51B2-98C44BC38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86496-5C10-0827-B291-A860EA3D6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Logistic Regression</a:t>
            </a:r>
          </a:p>
          <a:p>
            <a:r>
              <a:rPr lang="en-IN" dirty="0"/>
              <a:t>Used for binary classification.</a:t>
            </a:r>
          </a:p>
          <a:p>
            <a:r>
              <a:rPr lang="en-IN" dirty="0"/>
              <a:t>Simple and fast model.</a:t>
            </a:r>
          </a:p>
          <a:p>
            <a:pPr marL="0" indent="0">
              <a:buNone/>
            </a:pPr>
            <a:r>
              <a:rPr lang="en-IN" dirty="0"/>
              <a:t>Random Forest Classifier</a:t>
            </a:r>
          </a:p>
          <a:p>
            <a:r>
              <a:rPr lang="en-IN" dirty="0"/>
              <a:t>Ensemble learning method.</a:t>
            </a:r>
          </a:p>
          <a:p>
            <a:r>
              <a:rPr lang="en-IN" dirty="0"/>
              <a:t>Higher accuracy.</a:t>
            </a:r>
          </a:p>
          <a:p>
            <a:r>
              <a:rPr lang="en-IN" dirty="0"/>
              <a:t>Handles complex data patterns well.</a:t>
            </a:r>
          </a:p>
        </p:txBody>
      </p:sp>
    </p:spTree>
    <p:extLst>
      <p:ext uri="{BB962C8B-B14F-4D97-AF65-F5344CB8AC3E}">
        <p14:creationId xmlns:p14="http://schemas.microsoft.com/office/powerpoint/2010/main" val="938840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E8674-F9A3-4C52-737C-717C97F29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2EA34-756E-0980-6AB9-FAA905342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82EE68-5349-ADA7-11BF-08E2F885E726}"/>
              </a:ext>
            </a:extLst>
          </p:cNvPr>
          <p:cNvSpPr/>
          <p:nvPr/>
        </p:nvSpPr>
        <p:spPr>
          <a:xfrm>
            <a:off x="1154243" y="1641423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Customer Dataset</a:t>
            </a:r>
          </a:p>
          <a:p>
            <a:pPr algn="ctr"/>
            <a:r>
              <a:rPr dirty="0"/>
              <a:t>(CSV)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A6E7AB-F01A-0B7A-4954-8419D0A231E9}"/>
              </a:ext>
            </a:extLst>
          </p:cNvPr>
          <p:cNvSpPr/>
          <p:nvPr/>
        </p:nvSpPr>
        <p:spPr>
          <a:xfrm>
            <a:off x="5666282" y="1599451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Data Preprocessing</a:t>
            </a:r>
          </a:p>
          <a:p>
            <a:pPr algn="ctr"/>
            <a:r>
              <a:rPr dirty="0"/>
              <a:t>Cleaning, Encoding, Scaling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0D2F9A-2EF6-9990-E5EB-FEB5B5664D3C}"/>
              </a:ext>
            </a:extLst>
          </p:cNvPr>
          <p:cNvSpPr/>
          <p:nvPr/>
        </p:nvSpPr>
        <p:spPr>
          <a:xfrm>
            <a:off x="5666282" y="3251368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Feature Selection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B7BF8A-CFD0-8A3C-D33E-3BABDFB14A7F}"/>
              </a:ext>
            </a:extLst>
          </p:cNvPr>
          <p:cNvSpPr/>
          <p:nvPr/>
        </p:nvSpPr>
        <p:spPr>
          <a:xfrm>
            <a:off x="1154242" y="3344306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ML Models</a:t>
            </a:r>
          </a:p>
          <a:p>
            <a:pPr algn="ctr"/>
            <a:r>
              <a:rPr dirty="0"/>
              <a:t>Logistic Regression</a:t>
            </a:r>
          </a:p>
          <a:p>
            <a:pPr algn="ctr"/>
            <a:r>
              <a:rPr dirty="0"/>
              <a:t>Random Forest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B79D70-A896-A694-9054-2F1D55B5178A}"/>
              </a:ext>
            </a:extLst>
          </p:cNvPr>
          <p:cNvSpPr/>
          <p:nvPr/>
        </p:nvSpPr>
        <p:spPr>
          <a:xfrm>
            <a:off x="5696263" y="4990226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Churn Prediction</a:t>
            </a:r>
          </a:p>
          <a:p>
            <a:pPr algn="ctr"/>
            <a:r>
              <a:rPr dirty="0"/>
              <a:t>Yes / No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4B3197-FAC9-0B21-C3DD-D8A322D37F34}"/>
              </a:ext>
            </a:extLst>
          </p:cNvPr>
          <p:cNvSpPr/>
          <p:nvPr/>
        </p:nvSpPr>
        <p:spPr>
          <a:xfrm>
            <a:off x="1034321" y="4993223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Model Evaluation</a:t>
            </a:r>
          </a:p>
          <a:p>
            <a:pPr algn="ctr"/>
            <a:r>
              <a:rPr dirty="0"/>
              <a:t>Accuracy, Confusion Matrix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4B27482-62AA-C2A4-3952-B076C1F1B9BE}"/>
              </a:ext>
            </a:extLst>
          </p:cNvPr>
          <p:cNvSpPr/>
          <p:nvPr/>
        </p:nvSpPr>
        <p:spPr>
          <a:xfrm>
            <a:off x="4122295" y="1858780"/>
            <a:ext cx="1379095" cy="3297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D9E1B72E-3CA7-F000-C0E3-FF3840E83062}"/>
              </a:ext>
            </a:extLst>
          </p:cNvPr>
          <p:cNvSpPr/>
          <p:nvPr/>
        </p:nvSpPr>
        <p:spPr>
          <a:xfrm>
            <a:off x="6835515" y="2563318"/>
            <a:ext cx="344774" cy="5696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3B01B561-7C96-7C40-0C39-AC50CD62987A}"/>
              </a:ext>
            </a:extLst>
          </p:cNvPr>
          <p:cNvSpPr/>
          <p:nvPr/>
        </p:nvSpPr>
        <p:spPr>
          <a:xfrm>
            <a:off x="2161083" y="4289685"/>
            <a:ext cx="344774" cy="5696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61BBA8C-9C67-A17D-F96F-A2835B477EA6}"/>
              </a:ext>
            </a:extLst>
          </p:cNvPr>
          <p:cNvSpPr/>
          <p:nvPr/>
        </p:nvSpPr>
        <p:spPr>
          <a:xfrm>
            <a:off x="4004871" y="5219076"/>
            <a:ext cx="1379095" cy="3297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F8A30B2D-C4A4-CD9F-545A-64902A93C89E}"/>
              </a:ext>
            </a:extLst>
          </p:cNvPr>
          <p:cNvSpPr/>
          <p:nvPr/>
        </p:nvSpPr>
        <p:spPr>
          <a:xfrm>
            <a:off x="4107305" y="3552669"/>
            <a:ext cx="1304144" cy="34477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020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77B11-2BFE-1111-4395-03CB00670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List of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DFCD5-A44B-AE39-065F-2BA436CBE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Collection</a:t>
            </a:r>
          </a:p>
          <a:p>
            <a:r>
              <a:rPr lang="en-US" dirty="0"/>
              <a:t>Data Preprocessing</a:t>
            </a:r>
          </a:p>
          <a:p>
            <a:r>
              <a:rPr lang="en-US" dirty="0"/>
              <a:t>Feature Engineering</a:t>
            </a:r>
          </a:p>
          <a:p>
            <a:r>
              <a:rPr lang="en-US" dirty="0"/>
              <a:t>Model Training</a:t>
            </a:r>
          </a:p>
          <a:p>
            <a:r>
              <a:rPr lang="en-US" dirty="0"/>
              <a:t>Model Evaluation</a:t>
            </a:r>
          </a:p>
          <a:p>
            <a:r>
              <a:rPr lang="en-US" dirty="0"/>
              <a:t>Churn Prediction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1982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</Words>
  <Application>Microsoft Office PowerPoint</Application>
  <PresentationFormat>Widescreen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Telecom Customer Churn prediction using ML</vt:lpstr>
      <vt:lpstr>Literature Survey</vt:lpstr>
      <vt:lpstr>Existing System</vt:lpstr>
      <vt:lpstr>Proposed System</vt:lpstr>
      <vt:lpstr>Requirement Specification (Frontend &amp; Backend)</vt:lpstr>
      <vt:lpstr>Problem Identification</vt:lpstr>
      <vt:lpstr>Algorithm Used</vt:lpstr>
      <vt:lpstr>System Architecture Diagram</vt:lpstr>
      <vt:lpstr>List of Modules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Novitech CyberSecurity</dc:creator>
  <cp:lastModifiedBy>Novitech CyberSecurity</cp:lastModifiedBy>
  <cp:revision>1</cp:revision>
  <dcterms:created xsi:type="dcterms:W3CDTF">2026-02-07T10:05:51Z</dcterms:created>
  <dcterms:modified xsi:type="dcterms:W3CDTF">2026-02-07T10:06:12Z</dcterms:modified>
</cp:coreProperties>
</file>